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19"/>
    <p:sldId id="269" r:id="rId20"/>
    <p:sldId id="260" r:id="rId6"/>
    <p:sldId id="270" r:id="rId21"/>
    <p:sldId id="271" r:id="rId22"/>
    <p:sldId id="261" r:id="rId7"/>
    <p:sldId id="272" r:id="rId23"/>
    <p:sldId id="262" r:id="rId8"/>
    <p:sldId id="274" r:id="rId25"/>
    <p:sldId id="273" r:id="rId24"/>
    <p:sldId id="263" r:id="rId9"/>
    <p:sldId id="264" r:id="rId10"/>
    <p:sldId id="275" r:id="rId26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226" y="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slide" Target="slides/slide10.xml"/><Relationship Id="rId8" Type="http://schemas.openxmlformats.org/officeDocument/2006/relationships/slide" Target="slides/slide12.xml"/><Relationship Id="rId9" Type="http://schemas.openxmlformats.org/officeDocument/2006/relationships/slide" Target="slides/slide15.xml"/><Relationship Id="rId10" Type="http://schemas.openxmlformats.org/officeDocument/2006/relationships/slide" Target="slides/slide16.xml"/><Relationship Id="rId11" Type="http://schemas.openxmlformats.org/officeDocument/2006/relationships/slide" Target="slides/slide18.xml"/><Relationship Id="rId12" Type="http://schemas.openxmlformats.org/officeDocument/2006/relationships/slide" Target="slides/slide19.xml"/><Relationship Id="rId13" Type="http://schemas.openxmlformats.org/officeDocument/2006/relationships/slide" Target="slides/slide2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1.xml"/><Relationship Id="rId24" Type="http://schemas.openxmlformats.org/officeDocument/2006/relationships/slide" Target="slides/slide14.xml"/><Relationship Id="rId25" Type="http://schemas.openxmlformats.org/officeDocument/2006/relationships/slide" Target="slides/slide13.xml"/><Relationship Id="rId26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9682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Коротко: я посмотрела ваш сайт и Instagram и собрала, как «Лесная ягодка» может продавать партии без ручной рутины. Займёт 10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Говорить спокойно, без критики её работы: продукт сильный, проблема в инструменте.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проценты — осторожные предположения. Час Марины считаю в 2 000 ₽. Попросить её реальные цифры: заказы в месяц, средний чек, часы на рутину.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Вместо нарисованного телефона можно вставить скриншот макета главной.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количество она вносит один раз при создании партии, дальше всё работает само.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Такого нет ни у одного конструктора сайтов — главный аргумент за верхний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Эмоциональный слайд. Пауза после него.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средний вариант. Верхний — якорь и выбор тех, кому важны деньги.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снимает страх большой суммы. Для холодного контакта — главный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A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ДЛЯ МАРИНЫ КОТЮКОВОЙ · «ЛЕСНАЯ ЯГОДКА»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Партии продаются </a:t>
            </a:r>
            <a:r>
              <a:rPr lang="en-US" sz="60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сами</a:t>
            </a: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</a:t>
            </a:r>
            <a:endParaRPr lang="en-US" sz="6000" dirty="0"/>
          </a:p>
          <a:p>
            <a:pPr marL="0" indent="0">
              <a:buNone/>
            </a:pPr>
            <a:r>
              <a:rPr lang="en-US" sz="60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 вечера снова ваши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сайт и админка, собранные вокруг того, как вы работаете: партии в 18:00, «нет в наличии», ручная работа.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[Ваше имя]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714232" y="6035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Я УВИДЕЛА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Людей тянет к вам. Сайт их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теряет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«Нет в наличии» — тупик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пришёл из reels, вкуса нет, записаться некуда. Он уходит и не возвращается.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68796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68796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Товары без фото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68796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не видит, что заказывает, и идёт спрашивать в директ.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31520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не рассказана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То, за что вас любят сотни тысяч подписчиков, на сайте занимает один абзац.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68796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68796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Юридические риски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Метрика с Вебвизором запускается до согласия, согласие на данные не отдельным документом. Штрафы с 2025 года выросли.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ВОЗВРАЩАЕТСЯ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Время и покупатели </a:t>
            </a:r>
            <a:endParaRPr lang="en-US" sz="4000" dirty="0"/>
            <a:r>
              <a:rPr lang="ru-RU" sz="4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возвращаются вам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 млн ₽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49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при 300 заказах в месяц и среднем чеке 2 000 ₽. На созвоне посчитаем на ваших цифрах. Плюс — своя база покупателей на случай блокировок Instagram и Telegram: чтобы успеть до новогодних подарков, начинать стоит уже сейчас.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155084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0" y="1779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Заказы, которые раньше уходили на «нет в наличии»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+8% заказов начинают доходить до оплаты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19659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580 000 ₽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0" y="297180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0" y="3154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 с наборами и порогом доставки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+7% к чеку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320040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500 000 ₽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0" y="420624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00800" y="4389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Освободившееся время команды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ч в неделю, −70% рутины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443484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1 100 000 ₽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00800" y="544068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БУДЕТ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Спокойный сайт, в котором узнают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Разобрали — «Записаться», появился вкус — ссылка на оплату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история и «почему нет в наличии» вашими словами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живые кадры из вашего Instagram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по закону: согласия, cookies, данные в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России</a:t>
            </a:r>
            <a:endParaRPr lang="ru-RU" sz="1700" dirty="0">
              <a:solidFill>
                <a:srgbClr val="2A2A2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ru-RU" sz="1700" dirty="0">
                <a:solidFill>
                  <a:srgbClr val="2A2A26"/>
                </a:solidFill>
                <a:latin typeface="Arial" pitchFamily="34" charset="0"/>
                <a:cs typeface="Arial" pitchFamily="34" charset="-120"/>
              </a:rPr>
              <a:t>Индексация для браузера это дополнительная возможность привлечь крупные заказы и людей которые готовы платить больше.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0" y="640080"/>
            <a:ext cx="3108960" cy="5486400"/>
          </a:xfrm>
          <a:prstGeom prst="rect">
            <a:avLst/>
          </a:prstGeom>
          <a:solidFill>
            <a:srgbClr val="F6F3EE"/>
          </a:solidFill>
          <a:ln w="15875">
            <a:solidFill>
              <a:srgbClr val="2A2A2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412480" y="777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Лесная ягодка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241280" y="8046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Марина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0" y="1188720"/>
            <a:ext cx="310896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412480" y="1371600"/>
            <a:ext cx="2743200" cy="1737360"/>
          </a:xfrm>
          <a:prstGeom prst="rect">
            <a:avLst/>
          </a:prstGeom>
          <a:solidFill>
            <a:srgbClr val="56604A"/>
          </a:solidFill>
          <a:ln w="12700">
            <a:solidFill>
              <a:srgbClr val="56604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503920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 кадр: корзина ягод в лесу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32461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Дары псковских </a:t>
            </a:r>
            <a:r>
              <a:rPr lang="en-US" sz="22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лесов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412480" y="416052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12480" y="4251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малиновый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966960" y="42519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осталось 7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4663440"/>
            <a:ext cx="2743200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0" y="4754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Зефир голубичный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966960" y="47548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записаться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solidFill>
            <a:srgbClr val="4A6B3A"/>
          </a:solidFill>
          <a:ln w="12700">
            <a:solidFill>
              <a:srgbClr val="4A6B3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412480" y="5303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2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КАТАЛОГ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000250"/>
            <a:ext cx="1365250" cy="2857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400300"/>
            <a:ext cx="1416050" cy="2457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739900"/>
            <a:ext cx="1485900" cy="31178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НА ТЕЛЕФОНАХ · ПОКУПАТЕЛЬ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увидит покупатель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Товары, цены, вес, состав и срок годности с вашего сайта. Количества и заказы для примера.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Главная в день партии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Видно, сколько осталось. Партия закончилась, продажа закрылась сама.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Карточка товара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Все сведения о продукте по закону. Без них товар не опубликуется.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Оформление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Отдельное согласие без отметки заранее, СДЭК на карте, чек на почту.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Партия разобрана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Вместо «нет в наличии» очередь и одно сообщение об открытии.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24000"/>
            <a:ext cx="1587500" cy="33401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1750" y="1524000"/>
            <a:ext cx="1587500" cy="33401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00" y="1524000"/>
            <a:ext cx="1587500" cy="3340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9650" y="1524000"/>
            <a:ext cx="1587500" cy="33401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600" y="1524000"/>
            <a:ext cx="1587500" cy="33401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7550" y="1524000"/>
            <a:ext cx="1587500" cy="33401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ОФОРМЛЕНИЕ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Оформление может быть любым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2200" y="609600"/>
            <a:ext cx="3937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Один и тот же экран с вашими товарами и ценами в шести стилях. Выбираете вы, я довожу стиль до каждой страницы и админки.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Лесной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Лён, мох, антиква. Спокойно, как журнал о еде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17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Ягодный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Тёплый цвет, мягкие карточки, сочные фото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7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Журнальный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07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Чёрно-белый, как меню: цифры и линейки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6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Фермерский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6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Крафт и рукописный шрифт, как лавка в деревне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Вечерний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Тёмная тема и золото для подарков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7550" y="4991100"/>
            <a:ext cx="156845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Яркий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7550" y="5308600"/>
            <a:ext cx="15684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Крупный гротеск и цветные блоки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Один день: до и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286000"/>
          <a:ext cx="10725912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314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31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Когда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Сейчас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 новой системой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Утро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Отвечать в директ «когда малина?»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Записавшимся придёт сообщение само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День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Накладные СДЭК и треки вручную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«Собрано» — накладные и треки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Выкладывать партию и пост руками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Партия и пост в Telegram выходят сами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Вечер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Считать, что варить завтра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Лист для цеха и отчёт в 21:00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5E5D5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A2A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Гадать, какой вкус зарабатывает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4A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Прибыль по каждому вкусу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3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39900"/>
            <a:ext cx="1485900" cy="31178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000250"/>
            <a:ext cx="1365250" cy="2857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2400300"/>
            <a:ext cx="1416050" cy="2457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НА ТЕЛЕФОНАХ · ВЫ И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увидите вы и команда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Экраны админки тоже для телефона: партию можно открыть прямо из цеха.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Партия с телефона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Один раз указали мощность цеха и время, дальше сайт всё делает сам.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Экран упаковщика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Только свои заказы, накладная СДЭК готова, наклейки с датой кнопкой.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Сводка в Telegram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Одно сообщение в конце дня вместо сотни уведомлений.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Финансы, по желанию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Выручка из оплат сама, себестоимость из закупок. Отдельный модуль.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1300" y="1524000"/>
            <a:ext cx="6635750" cy="4699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2800" y="558800"/>
            <a:ext cx="10566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АДМИНКА НА КОМПЬЮТЕРЕ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850900"/>
            <a:ext cx="1056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Экран «Сегодня»: всё, что нужно знать за день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Впервые видно, сколько зарабатывает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каждый вкус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техкарте: ягода, пюре, агар, упаковка, работа. Считается сама на каждую коробку.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28744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748784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748784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вкусу, партии и месяцу. Минус доставка и эквайринг.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5968" y="2651760"/>
            <a:ext cx="3331464" cy="2194560"/>
          </a:xfrm>
          <a:prstGeom prst="rect">
            <a:avLst/>
          </a:prstGeom>
          <a:solidFill>
            <a:srgbClr val="F6F3EE"/>
          </a:solidFill>
          <a:ln w="12700">
            <a:solidFill>
              <a:srgbClr val="F6F3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446008" y="2926080"/>
            <a:ext cx="2691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бухгалтера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46008" y="3474720"/>
            <a:ext cx="2691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Расходы, оценка налога, сверка оплат и выгрузка одним файлом.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212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управленческий учёт: бухгалтер остаётся, но получает готовые данные.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39900"/>
            <a:ext cx="1485900" cy="31178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2400300"/>
            <a:ext cx="1416050" cy="24574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2000250"/>
            <a:ext cx="1365250" cy="2857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6200" y="1460500"/>
            <a:ext cx="1612900" cy="339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2800" y="457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 spc="300">
                <a:solidFill>
                  <a:srgbClr val="4A6B3A"/>
                </a:solidFill>
                <a:latin typeface="Arial"/>
              </a:rPr>
              <a:t>ПРИМЕРЫ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736600"/>
            <a:ext cx="6350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200" b="0" i="0">
                <a:solidFill>
                  <a:srgbClr val="2A2A26"/>
                </a:solidFill>
                <a:latin typeface="Georgia"/>
              </a:rPr>
              <a:t>Что ещё можно сделать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2200" y="635000"/>
            <a:ext cx="3937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5E5D56"/>
                </a:solidFill>
                <a:latin typeface="Arial"/>
              </a:rPr>
              <a:t>Идеи на вашем ассортименте. Каждая пишется отдельным модулем, если она вам нужна.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· 393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Подарочная коробка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Покупатель сам собирает набор из вкусов текущей партии и пишет открытку. Цена считается сразу.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SE · 375 px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06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Кабинет для опта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06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Раздел для зарегистрированных покупателей на сайте уже есть. Из него выйдет кабинет партнёров: своя цена и счёт для юрлица.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84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Android · 360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Подписка на партию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Постоянные покупатели бронируют место в каждой партии, вы заранее знаете объём.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6200" y="4984750"/>
            <a:ext cx="25273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5E5D56"/>
                </a:solidFill>
                <a:latin typeface="Arial"/>
              </a:rPr>
              <a:t>iPhone 15 Pro Max · 430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6200" y="5226050"/>
            <a:ext cx="25273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1" i="0">
                <a:solidFill>
                  <a:srgbClr val="2A2A26"/>
                </a:solidFill>
                <a:latin typeface="Arial"/>
              </a:rPr>
              <a:t>Магазин и курсы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6200" y="5543550"/>
            <a:ext cx="25273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5E5D56"/>
                </a:solidFill>
                <a:latin typeface="Arial"/>
              </a:rPr>
              <a:t>Связка lesnaya-yagodka.ru и zefirfly.com: общий профиль, покупатели находят и зефир, и курсы.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A6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СТРАХОВКА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 покупатели должны быть </a:t>
            </a:r>
            <a:r>
              <a:rPr lang="en-US" sz="54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вашими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E7EC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в России заблокирован, Telegram замедляют. Сайт собирает свою базу: Telegram, email и телефоны. Что бы ни случилось с соцсетями, вы достучитесь до покупателей в любой момент.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В ВАШИХ ЕДИНИЦАХ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рубли, а </a:t>
            </a:r>
            <a:endParaRPr lang="en-US" sz="4000" dirty="0"/>
            <a:r>
              <a:rPr lang="ru-RU" sz="4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коробки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106 коробок</a:t>
            </a:r>
            <a:endParaRPr lang="en-US" sz="8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49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цене около 1 800 ₽ за коробку — из вашего же прайса. Разово, чтобы дальше сайт сам приносил заказы. Точную цифру посчитаем на ваших позициях.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0" y="155084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0" y="1779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Витрина — 60 000 ₽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учёта скидок и наборов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19659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коробки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0" y="297180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0" y="3154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Лавка на автопилоте — 190 000 ₽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весь автопилот входит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320040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 коробок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0" y="420624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00800" y="4389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Лавка и деньги — 230 000 ₽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плюс управленческий учёт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443484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коробок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400800" y="5440680"/>
            <a:ext cx="505663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ПЕРЕД ТЕМ КАК ПОКАЗАТЬ ЦЕНЫ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 чём вы сейчас, скорее всего, </a:t>
            </a:r>
            <a:endParaRPr lang="en-US" sz="4000" dirty="0"/>
            <a:r>
              <a:rPr lang="en-US" sz="4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думаете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«У нас и так всё раскупают»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Значит, дело не в спросе, а в том, что часть его в директе и «нет в наличии» уходит молча, ещё до заказа.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68796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68796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 вас не знаю»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68796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Поэтому первый шаг — не договор, а бесплатный прототип на вашем каталоге. Смотрите и решаете, звонить дальше или нет.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31520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«Это ещё одна головная боль»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вас — 4 часа на весь проект. Остальное делаю я, старый сайт работает до последнего дня.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68796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68796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«Точно окупится?»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Посчитаем на созвоне на ваших реальных цифрах — заказах, чеке и часах, а не на моих примерах.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Насколько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свободной</a:t>
            </a: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быть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19456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265176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Витрина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258403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0 000 ₽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42378" y="3974113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дизайн «Лесной»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Перенос каталога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Оплата, чеки, СДЭК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Согласия и cookies</a:t>
            </a:r>
            <a:endParaRPr lang="ru-RU" sz="1400" dirty="0">
              <a:solidFill>
                <a:srgbClr val="5E5D5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Месяц 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8264" y="2148840"/>
            <a:ext cx="3392424" cy="3931920"/>
          </a:xfrm>
          <a:prstGeom prst="rect">
            <a:avLst/>
          </a:prstGeom>
          <a:solidFill>
            <a:srgbClr val="F6F3EE"/>
          </a:solidFill>
          <a:ln w="28575">
            <a:solidFill>
              <a:srgbClr val="4A6B3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718304" y="2377440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718304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на автопилоте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3259085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90 000 ₽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663713" y="3866580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«Витрины»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2A2A26"/>
                </a:solidFill>
                <a:latin typeface="Arial" pitchFamily="34" charset="0"/>
                <a:cs typeface="Arial" pitchFamily="34" charset="-120"/>
              </a:rPr>
              <a:t>Виды автоматизаций выставления наличия и других утвержденных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Цех, этикетки, СДЭК пачкой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Сообщения и Telegram сами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</a:t>
            </a:r>
            <a:r>
              <a:rPr lang="en-US" sz="14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месяца</a:t>
            </a:r>
            <a:r>
              <a:rPr lang="en-US" sz="14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2148840"/>
            <a:ext cx="3392424" cy="3931920"/>
          </a:xfrm>
          <a:prstGeom prst="rect">
            <a:avLst/>
          </a:prstGeom>
          <a:solidFill>
            <a:srgbClr val="F6F3EE"/>
          </a:solidFill>
          <a:ln w="9525">
            <a:solidFill>
              <a:srgbClr val="CFC8B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85048" y="2697480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Лавка и деньги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85048" y="3223260"/>
            <a:ext cx="2752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r>
              <a:rPr lang="en-US" sz="32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0 000 ₽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330457" y="3822795"/>
            <a:ext cx="27523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из «Лавки»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«Деньги»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Подумаем как можно повысить выручку и прийти желанным 7 миллионам через автоматизацию и налаживание рутины чтобы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</a:t>
            </a:r>
            <a:r>
              <a:rPr lang="en-US" sz="14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месяцев</a:t>
            </a:r>
            <a:r>
              <a:rPr lang="en-US" sz="14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1400" dirty="0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поддержки на критические </a:t>
            </a:r>
            <a:r>
              <a:rPr lang="ru-RU" sz="1400" dirty="0" err="1">
                <a:solidFill>
                  <a:srgbClr val="5E5D56"/>
                </a:solidFill>
                <a:latin typeface="Arial" pitchFamily="34" charset="0"/>
                <a:cs typeface="Arial" pitchFamily="34" charset="-120"/>
              </a:rPr>
              <a:t>неисправленности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95293" y="1857347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 частями: 40%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старте</a:t>
            </a: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при подписании договора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30%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утверждении конечном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макета</a:t>
            </a: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30% при запуске · Лесная ягодка · 15</a:t>
            </a:r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F208F7-B3A7-17CE-4B96-460A18DA4596}"/>
              </a:ext>
            </a:extLst>
          </p:cNvPr>
          <p:cNvSpPr txBox="1"/>
          <p:nvPr/>
        </p:nvSpPr>
        <p:spPr>
          <a:xfrm>
            <a:off x="895293" y="6015420"/>
            <a:ext cx="949997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ru-RU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желании можно собрать своего «трансформера» из штук которые вы хотите чтобы были на вашем сайте, а не просто тарифами, по цене проконсультирую отдельно</a:t>
            </a:r>
            <a:endParaRPr lang="en-AU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МОЖНО НАЧАТЬ С МАЛОГО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Старт: дизайн и прототип на </a:t>
            </a:r>
            <a:r>
              <a:rPr lang="en-US" sz="5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вашем</a:t>
            </a:r>
            <a:r>
              <a:rPr lang="en-US" sz="5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каталоге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60 000 ₽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38404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2 недели: макеты главной, каталога и карточки, тексты вашим голосом. Идём дальше — сумма засчитывается в проект. Нет — макеты остаются у вас.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ВОЗМОЖНОСТЬ, А НЕ УСЛОВИЕ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Станьте первой, у кого так </a:t>
            </a:r>
            <a:endParaRPr lang="en-US" sz="4000" dirty="0"/>
            <a:r>
              <a:rPr lang="en-US" sz="40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сделано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получаете вы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Скидку на проект и приоритет в очереди на доработки после запуска.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68796" y="23774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68796" y="25603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получаю 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68796" y="30175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настоящий пример на живом производстве, а не макет.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31520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не публикуется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Ваши цифры выручки и прибыли. Только визуал сайта и админки, с вашего разрешения на каждый показ.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68796" y="4206240"/>
            <a:ext cx="5088636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68796" y="43891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работает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4846320"/>
            <a:ext cx="50886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 к чему не обязывает: соглашаетесь — скидка, не соглашаетесь — условия проекта не меняются.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7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19" y="1005840"/>
            <a:ext cx="51870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Успеть к </a:t>
            </a:r>
            <a:r>
              <a:rPr lang="en-US" sz="4000" i="1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новогодним</a:t>
            </a:r>
            <a:r>
              <a:rPr lang="en-US" sz="40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подаркам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Декабрь — месяц с самым большим чеком: наборы и корпоративные заказы. Чтобы встретить его на новом сайте, начинать нужно в октябре.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17920" y="10058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21792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120700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Созвон, фото и reels, перенос каталога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217920" y="2148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2–3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16712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Макеты и тексты, ваши правки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9260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21792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Недели 3–6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312724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Сайт, админка, оплата, СДЭК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388620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217920" y="4069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7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08736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Тестовые заказы, обучение команды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4846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217920" y="5029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Неделя 8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5047488"/>
            <a:ext cx="3593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Запуск. Старый сайт работает до последнего дня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58064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4A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НУЖНО ОТ ВАС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0" dirty="0">
                <a:solidFill>
                  <a:srgbClr val="4A6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часа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весь проект. Остальное делаю я.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17920" y="1473504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217920" y="1631478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Созвон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/переписка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партии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цех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подписание договора, предоставление необходимых доступов для разработки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238232" y="183721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&lt;2 ч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56032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217920" y="278892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 к фото и reels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360152" y="2788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мин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17920" y="338328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217920" y="361188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просмотра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макетов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(черновой и финальный перед началом разработки)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0360152" y="36118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ч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17920" y="4206240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217920" y="4434840"/>
            <a:ext cx="4142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команды</a:t>
            </a:r>
            <a:r>
              <a:rPr lang="en-US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дать мне список с никами кого и чему обучить, </a:t>
            </a:r>
            <a:r>
              <a:rPr lang="ru-RU" sz="1700" dirty="0" err="1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предкпредить</a:t>
            </a:r>
            <a:r>
              <a:rPr lang="ru-RU" sz="1700" dirty="0">
                <a:solidFill>
                  <a:srgbClr val="2A2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что я буду писать. дальше я справлюсь сама. И вас научу отдельно если файликов которые я пришлю с инструкциями не хватит/формат не подойдет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0360152" y="4434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ru-RU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r>
              <a:rPr lang="en-US" sz="17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ч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096000" y="6366681"/>
            <a:ext cx="5239512" cy="0"/>
          </a:xfrm>
          <a:prstGeom prst="line">
            <a:avLst/>
          </a:prstGeom>
          <a:noFill/>
          <a:ln w="9525">
            <a:solidFill>
              <a:srgbClr val="B9B3A8"/>
            </a:solidFill>
            <a:prstDash val="solid"/>
          </a:ln>
        </p:spPr>
        <p:txBody>
          <a:bodyPr/>
          <a:lstStyle/>
          <a:p>
            <a:endParaRPr lang="en-AU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5D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Лесная ягодка · 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A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C9D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минут, чтобы решить, </a:t>
            </a:r>
            <a:r>
              <a:rPr lang="en-US" sz="5600" i="1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подходит ли</a:t>
            </a:r>
            <a:r>
              <a:rPr lang="en-US" sz="5600" dirty="0">
                <a:solidFill>
                  <a:srgbClr val="F6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это вам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Покажу прототип сайта и админки на вашем каталоге и отвечу на вопросы. Ни к чему не </a:t>
            </a:r>
            <a:r>
              <a:rPr lang="en-US" sz="1800" dirty="0" err="1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обязывает</a:t>
            </a:r>
            <a:r>
              <a:rPr lang="en-US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r>
              <a:rPr lang="ru-RU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Примеры того как может выглядеть ваш сайт и </a:t>
            </a:r>
            <a:r>
              <a:rPr lang="ru-RU" sz="1800" dirty="0" err="1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админская</a:t>
            </a:r>
            <a:r>
              <a:rPr lang="ru-RU" sz="1800" dirty="0">
                <a:solidFill>
                  <a:srgbClr val="DCE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панель прислала отдельными файлами для удобства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Telegram: @</a:t>
            </a:r>
            <a:r>
              <a:rPr lang="en-US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Ellischment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85432" y="5897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ru-RU" sz="2400" i="1" dirty="0">
                <a:solidFill>
                  <a:srgbClr val="C9D4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Василиса</a:t>
            </a:r>
            <a:endParaRPr lang="en-US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731520" y="5180000"/>
            <a:ext cx="8229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C9D4B8"/>
                </a:solidFill>
                <a:latin typeface="Arial"/>
              </a:rPr>
              <a:t>Решать вам. Если сейчас не время — прототип всё равно останется у вас.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1118</Words>
  <Application>Microsoft Office PowerPoint</Application>
  <PresentationFormat>Широкоэкранный</PresentationFormat>
  <Paragraphs>163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Лесная ягодка на автопилоте</dc:title>
  <dc:subject>PptxGenJS Presentation</dc:subject>
  <dc:creator>PptxGenJS</dc:creator>
  <cp:lastModifiedBy>Mi</cp:lastModifiedBy>
  <cp:revision>2</cp:revision>
  <dcterms:created xsi:type="dcterms:W3CDTF">2026-09-25T12:16:46Z</dcterms:created>
  <dcterms:modified xsi:type="dcterms:W3CDTF">2026-09-25T19:32:51Z</dcterms:modified>
</cp:coreProperties>
</file>