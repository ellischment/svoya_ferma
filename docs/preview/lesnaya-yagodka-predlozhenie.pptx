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Коротко: я посмотрела ваш сайт и Instagram и собрала, как «Лесная ягодка» может продавать партии без ручной рутины. Займёт 10 минут.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Говорить спокойно, без критики её работы: продукт сильный, проблема в инструменте.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Показать, что мы понимаем ограничение цеха и не обещаем чудес. Цифру [__] спросить у Марины. Цитату проверить по источнику.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Часы — пример, чтобы показать масштаб. На созвоне попросить Марину прикинуть свои. 70 часов в месяц — почти две рабочие недели одного человека.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обещать 7 млн. Показать формулу и рычаги. Цифры [__] заполнить после разговора: мощность цеха и цель по выручке.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Вместо нарисованного телефона можно вставить скриншот макета главной.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количество она вносит один раз при создании партии, дальше всё работает само.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Такого нет ни у одного конструктора сайтов — главный аргумент за верхний вариант.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Эмоциональный слайд. Пауза после него.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средний вариант. Верхний — якорь и выбор тех, кому важны деньги.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снимает страх большой суммы. Для холодного контакта — главный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ДЛЯ МАРИНЫ КОТЮКОВОЙ · «ЛЕСНАЯ ЯГОДКА»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Партии продаются </a:t>
            </a:r>
            <a:pPr indent="0" marL="0">
              <a:buNone/>
            </a:pPr>
            <a:r>
              <a:rPr lang="en-US" sz="60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сами</a:t>
            </a:r>
            <a:pPr indent="0" marL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6000" dirty="0"/>
          </a:p>
          <a:p>
            <a:pPr indent="0" marL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вечера снова ваши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Машина делает рутину, вы — зефир. Сайт и админка под вашу модель: партии, очередь, цех, СДЭК и деньги.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Василиса Попова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714232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УВИДЕЛА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Людей тянет к вам. Сайт их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«Нет в наличии» — тупик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пришёл из reels, вкуса нет, записаться некуда. Он уходит и не возвращается.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Товары без фото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не видит, что заказывает, и идёт спрашивать в директ.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не рассказана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за что вас любят сотни тысяч подписчиков, на сайте занимает один абзац.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Юридические риски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с Вебвизором запускается до согласия, согласие на данные не отдельным документом. Штрафы с 2025 года выросли.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ГЛАВНОМ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Цех не растянешь. Растянуть можно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время и каждую коробку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83464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3331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Цех делает [__] коробок в месяц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60520"/>
            <a:ext cx="3331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жёсткий потолок, и продавать больше, чем сварено, нельзя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28744" y="2651760"/>
            <a:ext cx="3331464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28744" y="283464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МОЖНО РАСТЯНУТЬ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28744" y="3200400"/>
            <a:ext cx="3331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Часы команды и выручку с коробки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428744" y="4160520"/>
            <a:ext cx="3331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Рутина съедает часы, а коробки продаются дешевле, чем могли бы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5968" y="2651760"/>
            <a:ext cx="3331464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25968" y="283464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СИСТЕМЫ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25968" y="3200400"/>
            <a:ext cx="3331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Продать 100% партии заранее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125968" y="4160520"/>
            <a:ext cx="3331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забрать у людей всё, что не зефир: директ, накладные, подсчёты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«Мы не можем сделать и половины того, что у нас хотят купить» — из вашего канала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УХОДИТ ВРЕМЯ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Всё, что не зефир,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делает машина</a:t>
            </a:r>
            <a:endParaRPr lang="en-US" sz="4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03120"/>
          <a:ext cx="1072591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937760"/>
                <a:gridCol w="1371600"/>
                <a:gridCol w="1307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съедает время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 делает теперь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Сейчас, в неделю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Ответы «когда будет малина?»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Очередь на вкус и сообщение, когда он появился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Выкладка партии, остатки, пост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 в 18:00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Сверка оплат и чеки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Оплата, чек и статус заказа — автоматически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СДЭК, «где мой заказ?»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пачкой, трек и статусы уходят сами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варить и что закупить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расход сырья по техкартам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Учёт денег в тетради или таблице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вкусу и партии считается сама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Итого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70 часов в месяц возвращаются в цех и к вам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 ч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ПРИ ТОМ ЖЕ ЦЕХЕ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деньги, если коробок </a:t>
            </a:r>
            <a:pPr indent="0" marL="0">
              <a:buNone/>
            </a:pPr>
            <a:r>
              <a:rPr lang="en-US" sz="36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больше не станет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667512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партия продана на 100% и заранее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96312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с предоплатой: ни одной непроданной коробки, ни одной отмены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852928"/>
            <a:ext cx="667512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4436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цена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461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 вдвое выше предложения: очередь покажет справедливую цену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602736"/>
            <a:ext cx="667512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94176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с каждой коробки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9592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Наборы, подарочная упаковка, корпоративные заказы к Новому году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352544"/>
            <a:ext cx="667512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443984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«Коробка сезона»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745736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Будущие партии проданы заранее, деньги приходят до варки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5102352"/>
            <a:ext cx="667512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193792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Часы возвращаются в цех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495544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люди варят больше, потому что не сидят в директе и СДЭК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55280" y="2103120"/>
            <a:ext cx="3502152" cy="3749040"/>
          </a:xfrm>
          <a:prstGeom prst="rect">
            <a:avLst/>
          </a:prstGeom>
          <a:solidFill>
            <a:srgbClr val="ECE7DF"/>
          </a:solidFill>
          <a:ln w="12700">
            <a:solidFill>
              <a:srgbClr val="ECE7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0" y="233172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69748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Выручка = коробки × выручка с коробки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3611880"/>
            <a:ext cx="29535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Коробки ограничены цехом. Поэтому к 7 млн ₽ ведёт выручка с коробки и часы, возвращённые в производство. Например, при [__] коробках в месяц нужно [__] ₽ с коробки — посчитаем вместе на ваших цифрах.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БУДЕТ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Спокойный сайт, в котором узнают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Разобрали — «Записаться», появился вкус — ссылка на оплату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и «почему нет в наличии» вашими словами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живые кадры из вашего 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по закону: согласия, cookies, данные в России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3108960" cy="5486400"/>
          </a:xfrm>
          <a:prstGeom prst="rect">
            <a:avLst/>
          </a:prstGeom>
          <a:solidFill>
            <a:srgbClr val="F6F3EE"/>
          </a:solidFill>
          <a:ln w="15875">
            <a:solidFill>
              <a:srgbClr val="2A2A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0" y="777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Лесная ягодка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0" y="804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Марина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0" y="1188720"/>
            <a:ext cx="310896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0" y="1371600"/>
            <a:ext cx="2743200" cy="1737360"/>
          </a:xfrm>
          <a:prstGeom prst="rect">
            <a:avLst/>
          </a:prstGeom>
          <a:solidFill>
            <a:srgbClr val="56604A"/>
          </a:solidFill>
          <a:ln w="12700">
            <a:solidFill>
              <a:srgbClr val="5660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кадр: корзина ягод в лесу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Дары псковских </a:t>
            </a:r>
            <a:pPr indent="0" marL="0">
              <a:buNone/>
            </a:pPr>
            <a:r>
              <a:rPr lang="en-US" sz="22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лесов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малиновый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4251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466344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4754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голубичный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4754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solidFill>
            <a:srgbClr val="4A6B3A"/>
          </a:solidFill>
          <a:ln w="12700">
            <a:solidFill>
              <a:srgbClr val="4A6B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КАТАЛОГ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день: до и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259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631436"/>
                <a:gridCol w="463143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новой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Утро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Отвечать в директ «когда малина?»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Записавшимся придёт сообщение само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День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 и треки вручную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«Собрано» — накладные и треки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Выкладывать партию и пост руками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Вечер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Считать, что варить завтра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отчёт в 21:00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Гадать, какой вкус зарабатывает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каждому вкусу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Впервые видно, сколько зарабатывает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вкус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техкарте: ягода, пюре, агар, упаковка, работа. Считается сама на каждую коробку.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28744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48784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48784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вкусу, партии и месяцу. Минус доставка и эквайринг.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5968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46008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бухгалтера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6008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Расходы, оценка налога, сверка оплат и выгрузка одним файлом.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12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управленческий учёт: бухгалтер остаётся, но получает готовые данные.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СТРАХОВКА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 покупатели должны быть </a:t>
            </a:r>
            <a:pPr indent="0" marL="0">
              <a:buNone/>
            </a:pPr>
            <a:r>
              <a:rPr lang="en-US" sz="54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вашими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C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в России заблокирован, Telegram замедляют. Сайт собирает свою базу: Telegram, email и телефоны. Что бы ни случилось с соцсетями, вы достучитесь до покупателей в любой момент.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Насколько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свободной</a:t>
            </a:r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быть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Витрина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52044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150 000 ₽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25196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дизайн «Лесной»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каталога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Оплата, чеки, СДЭК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Согласия и cookies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2148840"/>
            <a:ext cx="3392424" cy="3931920"/>
          </a:xfrm>
          <a:prstGeom prst="rect">
            <a:avLst/>
          </a:prstGeom>
          <a:solidFill>
            <a:srgbClr val="F6F3EE"/>
          </a:solidFill>
          <a:ln w="28575">
            <a:solidFill>
              <a:srgbClr val="4A6B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8304" y="2377440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ВЫБИРАЮТ ЧАЩЕ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на автопилоте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52044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290 000 ₽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718304" y="425196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«Витрины»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Партии и запись на вкус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Цех, этикетки, СДЭК пачкой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Сообщения и Telegram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месяца поддержки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5048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и деньги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85048" y="352044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420 000 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385048" y="425196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«Лавки»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Подарки к дате, опт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под Wildberries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месяцев поддержки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возвращёнными часами команды и полностью проданными партиями. Оплата частями: 40 / 30 / 30 · Лесная ягодка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НАЧАТЬ С МАЛОГО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Старт: дизайн и прототип на </a:t>
            </a:r>
            <a:pPr indent="0" marL="0">
              <a:buNone/>
            </a:pPr>
            <a:r>
              <a:rPr lang="en-US" sz="5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вашем</a:t>
            </a:r>
            <a:pPr indent="0" marL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каталоге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60 000 ₽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3840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 недели: макеты главной, каталога и карточки, тексты вашим голосом. Идём дальше — сумма засчитывается в проект. Нет — макеты остаются у вас.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Успеть к </a:t>
            </a:r>
            <a:pPr indent="0" marL="0">
              <a:buNone/>
            </a:pP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новогодним</a:t>
            </a:r>
            <a:pPr indent="0" marL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подаркам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— месяц с самым большим чеком: наборы и корпоративные заказы. Чтобы встретить его на новом сайте, начинать нужно в октябре.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0058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07008"/>
            <a:ext cx="3593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Созвон, фото и reels, перенос каталога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67128"/>
            <a:ext cx="3593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Макеты и тексты, ваши правки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9260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3–6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127248"/>
            <a:ext cx="3593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Сайт, админка, оплата, СДЭК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4069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087368"/>
            <a:ext cx="3593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заказы, обучение команды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4846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5047488"/>
            <a:ext cx="3593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Запуск. Дальше: подписка и корпоративные к Новому году, затем рост цеха по данным очереди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58064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часа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весь проект. Остальное делаю 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7373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196596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 про партии и цех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360152" y="19659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560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278892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фото и reels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360152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мин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33832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361188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просмотра макетов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360152" y="3611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ч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443484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команды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4434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217920" y="5029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F3A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минут, чтобы решить, </a:t>
            </a:r>
            <a:pPr indent="0" marL="0">
              <a:buNone/>
            </a:pPr>
            <a:r>
              <a:rPr lang="en-US" sz="56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подходит ли</a:t>
            </a:r>
            <a:pPr indent="0" marL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это вам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Покажу прототип сайта и админки на вашем каталоге и отвечу на вопросы. Ни к чему не обязывает.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Telegram: @ellischment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85432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Василиса Попова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Лесная ягодка на автопилоте</dc:title>
  <dc:subject>PptxGenJS Presentation</dc:subject>
  <dc:creator>PptxGenJS</dc:creator>
  <cp:lastModifiedBy>PptxGenJS</cp:lastModifiedBy>
  <cp:revision>1</cp:revision>
  <dcterms:created xsi:type="dcterms:W3CDTF">2026-09-25T19:07:52Z</dcterms:created>
  <dcterms:modified xsi:type="dcterms:W3CDTF">2026-09-25T19:07:52Z</dcterms:modified>
</cp:coreProperties>
</file>