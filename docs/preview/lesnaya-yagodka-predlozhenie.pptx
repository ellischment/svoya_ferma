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— осторожные предположения. Час Марины считаю в 2 000 ₽. Попросить её реальные цифры: заказы в месяц, средний чек, часы на рутину.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pPr indent="0" marL="0">
              <a:buNone/>
            </a:pP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сайт и админка, собранные вокруг того, как вы работаете: партии в 18:00, «нет в наличии», ручная работа.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Товары без фото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видит, что заказывает, и идёт спрашивать в директ.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запускается до согласия, согласие на данные не отдельным документом. Штрафы с 2025 года выросли.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ЭТО СТОИТ СЕЙЧАС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Упущено за год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млн ₽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при 300 заказах в месяц и среднем чеке 2 000 ₽. На созвоне посчитаем на ваших цифрах.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73736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920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Заказы, ушедшие на «нет в наличии»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заказов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580 000 ₽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без наборов и порога доставки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 к чеку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500 000 ₽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время на рутину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ч в неделю, −70%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1 100 000 ₽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России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pPr indent="0" marL="0">
              <a:buNone/>
            </a:pP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631436"/>
                <a:gridCol w="463143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pPr indent="0" marL="0">
              <a:buNone/>
            </a:pP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ВЫБИРАЮТ ЧАЩЕ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718304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 и запись на вкус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месяца поддержки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85048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Подарки к дате, опт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под Wildberries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месяцев поддержки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частями: 40% на старте, 30% на макетах, 30% при запуске · Лесная ягодка · 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pPr indent="0" marL="0">
              <a:buNone/>
            </a:pP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pPr indent="0" marL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Старый сайт работает до последнего дня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7373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96596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 про партии и цех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19659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просмотра макетов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команды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17920" y="5029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pPr indent="0" marL="0">
              <a:buNone/>
            </a:pP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pPr indent="0" marL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обязывает.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[@ваш_ник]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PptxGenJS</cp:lastModifiedBy>
  <cp:revision>1</cp:revision>
  <dcterms:created xsi:type="dcterms:W3CDTF">2026-09-25T12:16:46Z</dcterms:created>
  <dcterms:modified xsi:type="dcterms:W3CDTF">2026-09-25T12:16:46Z</dcterms:modified>
</cp:coreProperties>
</file>