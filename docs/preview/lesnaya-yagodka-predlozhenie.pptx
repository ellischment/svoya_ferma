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я посмотрела ваш сайт и Instagram и собрала, как «Лесная ягодка» может продавать партии без ручной рутины. Займёт 10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Говорить спокойно, без критики её работы: продукт сильный, проблема в инструменте.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мысль: до 7 млн доводит не сайт сам по себе, а связка «цена + средний чек + мощность цеха». Сайт и автоматизация делают так, чтобы каждая коробка продавалась дороже и без ручной работы, а очередь показывала, насколько расширять цех. Цифру [__] спросить у Марины. Цитату проверить по источнику.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Проценты — осторожные ориентиры, а не обещания. Каждый рычаг проверяем на её данных после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сценарий, а не прогноз. Цены и объёмы — ориентиры, их подставим из её данных. Важно проговорить: сайт снимает ограничения по продажам и рутине, а ограничение по цеху снимается на основе данных, которые сайт соберёт.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Вместо нарисованного телефона можно вставить скриншот макета главной.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количество она вносит один раз при создании партии, дальше всё работает само.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Такого нет ни у одного конструктора сайтов — главный аргумент за верхний вариант.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Эмоциональный слайд. Пауза после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Продаём средний вариант. Верхний — якорь и выбор тех, кому важны деньги.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снимает страх большой суммы. Для холодного контакта — главный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9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ДЛЯ МАРИНЫ КОТЮКОВОЙ · «ЛЕСНАЯ ЯГОДКА»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Партии продаются </a:t>
            </a:r>
            <a:pPr indent="0" marL="0">
              <a:buNone/>
            </a:pPr>
            <a:r>
              <a:rPr lang="en-US" sz="6000" i="1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сами</a:t>
            </a:r>
            <a:pPr indent="0" marL="0">
              <a:buNone/>
            </a:pPr>
            <a:r>
              <a:rPr lang="en-US" sz="60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6000" dirty="0"/>
          </a:p>
          <a:p>
            <a:pPr indent="0" marL="0">
              <a:buNone/>
            </a:pPr>
            <a:r>
              <a:rPr lang="en-US" sz="60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вечера снова ваши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сайт и админка, собранные вокруг того, как вы работаете: партии в 18:00, «нет в наличии», ручная работа.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C9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Василиса Попова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714232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9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Я УВИДЕЛА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Людей тянет к вам. Сайт их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теряет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603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«Нет в наличии» — тупик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пришёл из reels, вкуса нет, записаться некуда. Он уходит и не возвращается.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796" y="23774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8796" y="25603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 без фото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68796" y="30175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 не видит, что заказывает, и идёт спрашивать в директ.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3891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история не рассказана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463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за что вас любят сотни тысяч подписчиков, на сайте занимает один абзац.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68796" y="42062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8796" y="43891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Юридические риски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48463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с Вебвизором запускается до согласия, согласие на данные не отдельным документом. Штрафы с 2025 года выросли.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млн ₽ в месяц — это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3 900 коробок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средней коробке 1 800 ₽ (цены с вашего сайта: 1 750–1 850 ₽ за 550 г). Это 130 коробок каждый день.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3331464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9184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[__] коробок в месяц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3331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столько успевает цех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28744" y="3108960"/>
            <a:ext cx="3331464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8744" y="329184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28744" y="3657600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3 900 коробок в месяц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28744" y="4663440"/>
            <a:ext cx="3331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меньше коробок, но дороже чек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5968" y="3108960"/>
            <a:ext cx="3331464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5968" y="329184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УПИРАЕТСЯ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25968" y="3657600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мощность цеха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125968" y="4663440"/>
            <a:ext cx="3331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сайт: спрос уже больше предложения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«Мы не можем сделать и половины того, что у нас хотят купить» — из вашего канала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ДОЙТИ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рычагов, и что для каждого </a:t>
            </a:r>
            <a:pPr indent="0" marL="0">
              <a:buNone/>
            </a:pPr>
            <a:r>
              <a:rPr lang="en-US" sz="36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делает сайт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107259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94960"/>
                <a:gridCol w="27706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Рычаг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делает сайт и админка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Эффект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Спрос больше предложения. Очередь показывает, по какой цене разбирают партию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 к цене коробки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чек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Наборы, подарочная упаковка, порог бесплатной доставки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 коробки в заказе вместо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Корпоративные и подарки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Заказ «к дате», счёт для юрлица, новогодние наборы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крупные заказы в сезон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Подписка «Коробка сезона»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Автосписание раз в месяц, место в партии заранее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предсказуемая выручка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Мощность цеха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Очередь и предоплата: видно, сколько варить и когда расширяться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рост партии на данных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ЧЕРЕЗ 12 МЕСЯЦЕВ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чего может сложиться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млн ₽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67665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58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Розница на сайте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коробок × 2 000 ₽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4 000 000 ₽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67665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035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Подарочные и корпоративные наборы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наборов × 3 500 ₽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2 100 000 ₽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67665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13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«Коробка сезона»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подписчиков × 2 000 ₽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600 000 ₽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67665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90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 и маркетплейсы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кофейни, Wildberries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663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300 000 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67665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в месяц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5349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7 000 000 ₽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3319272" cy="3566160"/>
          </a:xfrm>
          <a:prstGeom prst="rect">
            <a:avLst/>
          </a:prstGeom>
          <a:solidFill>
            <a:srgbClr val="ECE7DF"/>
          </a:solidFill>
          <a:ln w="12700">
            <a:solidFill>
              <a:srgbClr val="ECE7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23774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 о главном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834640"/>
            <a:ext cx="2770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этого нужно около 3 600 коробок в месяц. Цех должен вырасти, и сайт даёт для этого три вещи: очередь (видно спрос), предоплату (деньги вперёд) и учёт прибыли (видно, какие вкусы расширять).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Спокойный сайт, в котором узнают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Разобрали — «Записаться», появился вкус — ссылка на оплату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история и «почему нет в наличии» вашими словами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живые кадры из вашего Instagram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по закону: согласия, cookies, данные в России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640080"/>
            <a:ext cx="3108960" cy="5486400"/>
          </a:xfrm>
          <a:prstGeom prst="rect">
            <a:avLst/>
          </a:prstGeom>
          <a:solidFill>
            <a:srgbClr val="F6F3EE"/>
          </a:solidFill>
          <a:ln w="15875">
            <a:solidFill>
              <a:srgbClr val="2A2A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777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Лесная ягодка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804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Марина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188720"/>
            <a:ext cx="31089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1371600"/>
            <a:ext cx="2743200" cy="1737360"/>
          </a:xfrm>
          <a:prstGeom prst="rect">
            <a:avLst/>
          </a:prstGeom>
          <a:solidFill>
            <a:srgbClr val="56604A"/>
          </a:solidFill>
          <a:ln w="12700">
            <a:solidFill>
              <a:srgbClr val="566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кадр: корзина ягод в лесу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Дары псковских </a:t>
            </a:r>
            <a:pPr indent="0" marL="0">
              <a:buNone/>
            </a:pPr>
            <a:r>
              <a:rPr lang="en-US" sz="22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лесов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12480" y="4160520"/>
            <a:ext cx="274320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Зефир малиновый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осталось 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4663440"/>
            <a:ext cx="274320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4754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Зефир голубичный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4754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записаться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5303520"/>
            <a:ext cx="2743200" cy="548640"/>
          </a:xfrm>
          <a:prstGeom prst="rect">
            <a:avLst/>
          </a:prstGeom>
          <a:solidFill>
            <a:srgbClr val="4A6B3A"/>
          </a:solidFill>
          <a:ln w="12700">
            <a:solidFill>
              <a:srgbClr val="4A6B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5303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КАТАЛОГ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день: до и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после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7259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631436"/>
                <a:gridCol w="46314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Сейчас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новой системой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Утро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Отвечать в директ «когда малина?»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Записавшимся придёт сообщение само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Накладные СДЭК и треки вручную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«Собрано» — накладные и треки сами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Выкладывать партию и пост руками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Партия и пост в Telegram выходят сами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Вечер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Считать, что варить завтра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Лист для цеха и отчёт в 21:00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Гадать, какой вкус зарабатывает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Прибыль по каждому вкусу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«ДЕНЬГИ»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Впервые видно, сколько зарабатывает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вкус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техкарте: ягода, пюре, агар, упаковка, работа. Считается сама на каждую коробку.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28744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48784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48784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вкусу, партии и месяцу. Минус доставка и эквайринг.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5968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46008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бухгалтера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46008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Расходы, оценка налога, сверка оплат и выгрузка одним файлом.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212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управленческий учёт: бухгалтер остаётся, но получает готовые данные.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Ваши покупатели должны быть </a:t>
            </a:r>
            <a:pPr indent="0" marL="0">
              <a:buNone/>
            </a:pPr>
            <a:r>
              <a:rPr lang="en-US" sz="5400" i="1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вашими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E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в России заблокирован, Telegram замедляют. Сайт собирает свою базу: Telegram, email и телефоны. Что бы ни случилось с соцсетями, вы достучитесь до покупателей в любой момент.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Насколько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свободной</a:t>
            </a:r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быть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392424" cy="3931920"/>
          </a:xfrm>
          <a:prstGeom prst="rect">
            <a:avLst/>
          </a:prstGeom>
          <a:solidFill>
            <a:srgbClr val="F6F3EE"/>
          </a:solidFill>
          <a:ln w="9525">
            <a:solidFill>
              <a:srgbClr val="CFC8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697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Витрина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520440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150 000 ₽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2519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дизайн «Лесной»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каталога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Оплата, чеки, СДЭК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Согласия и cookies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2148840"/>
            <a:ext cx="3392424" cy="3931920"/>
          </a:xfrm>
          <a:prstGeom prst="rect">
            <a:avLst/>
          </a:prstGeom>
          <a:solidFill>
            <a:srgbClr val="F6F3EE"/>
          </a:solidFill>
          <a:ln w="28575">
            <a:solidFill>
              <a:srgbClr val="4A6B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8304" y="237744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ВЫБИРАЮТ ЧАЩЕ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18304" y="2697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Лавка на автопилоте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3520440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290 000 ₽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42519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из «Витрины»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Партии и запись на вкус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Цех, этикетки, СДЭК пачкой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Telegram сами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месяца поддержки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2148840"/>
            <a:ext cx="3392424" cy="3931920"/>
          </a:xfrm>
          <a:prstGeom prst="rect">
            <a:avLst/>
          </a:prstGeom>
          <a:solidFill>
            <a:srgbClr val="F6F3EE"/>
          </a:solidFill>
          <a:ln w="9525">
            <a:solidFill>
              <a:srgbClr val="CFC8B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5048" y="2697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Лавка и деньги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3520440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420 000 ₽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42519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из «Лавки»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«Деньги»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 к дате, опт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под Wildberries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месяцев поддержки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«Лавка на автопилоте» — около 4% от одного месяца целевой выручки. Оплата частями: 40 / 30 / 30 · Лесная ягодка ·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НАЧАТЬ С МАЛОГО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Старт: дизайн и прототип на </a:t>
            </a:r>
            <a:pPr indent="0" marL="0">
              <a:buNone/>
            </a:pPr>
            <a:r>
              <a:rPr lang="en-US" sz="5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вашем</a:t>
            </a:r>
            <a:pPr indent="0" marL="0">
              <a:buNone/>
            </a:pPr>
            <a:r>
              <a:rPr lang="en-US" sz="5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каталоге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60 000 ₽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3840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2 недели: макеты главной, каталога и карточки, тексты вашим голосом. Идём дальше — сумма засчитывается в проект. Нет — макеты остаются у вас.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Успеть к </a:t>
            </a:r>
            <a:pPr indent="0" marL="0">
              <a:buNone/>
            </a:pP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новогодним</a:t>
            </a:r>
            <a:pPr indent="0" marL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подаркам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 — месяц с самым большим чеком: наборы и корпоративные заказы. Чтобы встретить его на новом сайте, начинать нужно в октябре.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100584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Неделя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207008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Созвон, фото и reels, перенос каталога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Недели 2–3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67128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Макеты и тексты, ваши правки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Недели 3–6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127248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Сайт, админка, оплата, СДЭК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88620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Неделя 7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087368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заказы, обучение команды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84632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Неделя 8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047488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Запуск. Дальше: подписка и корпоративные к Новому году, затем рост цеха по данным очереди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580644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ВАС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часа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весь проект. Остальное делаю я.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96596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Созвон про партии и цех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360152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ч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78892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фото и reels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360152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мин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338328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61188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просмотра макетов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360152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443484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команды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360152" y="4434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ч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502920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9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минут, чтобы решить, </a:t>
            </a:r>
            <a:pPr indent="0" marL="0">
              <a:buNone/>
            </a:pPr>
            <a:r>
              <a:rPr lang="en-US" sz="5600" i="1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подходит ли</a:t>
            </a:r>
            <a:pPr indent="0" marL="0">
              <a:buNone/>
            </a:pPr>
            <a:r>
              <a:rPr lang="en-US" sz="56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это вам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Покажу прототип сайта и админки на вашем каталоге и отвечу на вопросы. Ни к чему не обязывает.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Telegram: @ellischment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85432" y="5897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C9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Василиса Попова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Лесная ягодка на автопилоте</dc:title>
  <dc:subject>PptxGenJS Presentation</dc:subject>
  <dc:creator>PptxGenJS</dc:creator>
  <cp:lastModifiedBy>PptxGenJS</cp:lastModifiedBy>
  <cp:revision>1</cp:revision>
  <dcterms:created xsi:type="dcterms:W3CDTF">2026-09-25T19:02:29Z</dcterms:created>
  <dcterms:modified xsi:type="dcterms:W3CDTF">2026-09-25T19:02:29Z</dcterms:modified>
</cp:coreProperties>
</file>